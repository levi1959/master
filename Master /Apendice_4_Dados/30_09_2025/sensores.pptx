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6E5B6-B780-1675-2872-9DDEEBB07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1D6084-F13C-D4E2-CE32-D1AAF2AE5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802D2-689B-EE09-6412-8919EEAF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D8DF3-E903-94F0-2B71-A00E6E60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04AEF-C83B-04E3-753E-53F2DBA7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56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1AD3E-F037-E579-E011-04E69C31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17795B-75BA-665F-CD30-9C4C563A9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142033-C262-7D9E-29EF-6318F2B2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CA13DC-8DEE-AB90-62D8-447E6A1B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F92F9-774F-16E7-0EED-84779BF4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9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16F1D-D4FA-CD98-18ED-AD0ADA7A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0CCB59-6154-E402-609F-370BCCE8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F9EA3-4E71-D1CB-B37F-7E91928D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A63D8C-E6F8-AAD0-3F11-20C54F4B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39097-10F8-588D-1BD3-F1A4B5D5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06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437F-1312-9D15-DA8E-F99D9603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82728-D28E-2583-DBD9-D260C8D8C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67CDEC-DFAE-5111-7927-18D31D243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F9CA11-EF0C-77B7-BB8A-BA25350E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1B7F97-64D2-B8F6-A538-3477A590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1E280D-9DB0-EAB2-FEBA-3A678339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35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5E096-4928-2FF8-4C31-A79552E3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8C24B4-6C69-B617-62C6-C819A637E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ABC0B-6E4F-1269-3084-26CC79BAF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C8ACB1-3169-6BEC-BEE0-B686A7880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FDF7B8-6FC9-54CE-96AF-23A4C0D83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423F07-A3CB-1BA8-7465-2DC046CB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D0997E-2DBE-ADF4-4B0A-8832B0FA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B995A2-B2C5-6865-C785-F5F1BFD9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36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A9F69-E3D9-1E31-E094-26FAA533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36D528-BFE0-14B8-07C3-8AB279BE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8250CB-6BE2-9413-4B69-521ED93F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FC47C7-39F3-3877-3BA0-F0D806D1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2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EC8C71-A53A-D6DD-6C21-566771A4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5B2483-618C-5C29-3265-496FCF8D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1BEC75-B77F-3567-3FB3-9995F6DF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54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844F-D1CE-168E-C4E6-C14694B9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5E9D5E-AB04-2560-A650-47803FFA1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0C2B0C-67C7-3D2E-B6FF-E33F91461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31C0F3-E479-BE8D-75B1-9F147463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02AE2-740C-7BF9-67B0-CAA308A2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F2052F-8BAD-6904-3780-28D732F7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51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296D1-0229-B2A5-4D7B-7C91DC10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BB922E-8564-57CF-8BB5-833CBF832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F892A5-ACAC-3A1E-FF59-18449FAD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485BB-1B58-2FD0-0AE5-26503335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D033B0-F35D-9886-7EAE-2A81D5C8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128183-B01F-0760-7772-D5D0EF8B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3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E1B48-FA11-F589-82D1-55BD84B7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2CC637-3580-B6FF-DA6E-69A2575BE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C2902D-72DD-8D9A-7270-78B1D259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46CE02-B40A-A328-5745-D97E52FE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328AB-5306-595A-840C-F3457BC7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78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17CE59-69B0-F54A-F8C7-081ACE00F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B08CFF-130E-3BE8-663A-8C8BF4F29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138562-936D-C58E-0D83-F4C1C7DE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A1255-D981-0AF6-D9B1-32F47D86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BC291D-9E3E-E305-8C20-9FEEA5D6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43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A3BB5C-59E6-5B54-1857-32119478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C36003-D7CC-252D-9A3F-9F81EC63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A49E5-CFD5-607E-F180-D16F48790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25864-8E9A-4F86-8C0B-ACE9AF5C326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14001-5792-9BB2-6A39-040EAA5A1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5CA89E-2A3C-3412-F1E1-2E3DB702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7051C-59EB-4193-854D-6491E604DD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92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Árvore com galhos secos&#10;&#10;O conteúdo gerado por IA pode estar incorreto.">
            <a:extLst>
              <a:ext uri="{FF2B5EF4-FFF2-40B4-BE49-F238E27FC236}">
                <a16:creationId xmlns:a16="http://schemas.microsoft.com/office/drawing/2014/main" id="{AA146CE0-8EB7-F369-5461-5240508C2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pic>
        <p:nvPicPr>
          <p:cNvPr id="7" name="Imagem 6" descr="Placa de informação na floresta&#10;&#10;O conteúdo gerado por IA pode estar incorreto.">
            <a:extLst>
              <a:ext uri="{FF2B5EF4-FFF2-40B4-BE49-F238E27FC236}">
                <a16:creationId xmlns:a16="http://schemas.microsoft.com/office/drawing/2014/main" id="{2ED94BD5-1866-FC4D-045C-85CC4AFC9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5" y="0"/>
            <a:ext cx="8324501" cy="4682532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96BB81BE-7363-9002-5725-304452EB068D}"/>
              </a:ext>
            </a:extLst>
          </p:cNvPr>
          <p:cNvSpPr/>
          <p:nvPr/>
        </p:nvSpPr>
        <p:spPr>
          <a:xfrm>
            <a:off x="8400422" y="1075174"/>
            <a:ext cx="1065125" cy="13967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950B3FE-7ACC-A4ED-7E48-9883454A40E0}"/>
              </a:ext>
            </a:extLst>
          </p:cNvPr>
          <p:cNvCxnSpPr>
            <a:stCxn id="8" idx="2"/>
          </p:cNvCxnSpPr>
          <p:nvPr/>
        </p:nvCxnSpPr>
        <p:spPr>
          <a:xfrm flipH="1">
            <a:off x="1838632" y="1773535"/>
            <a:ext cx="6561790" cy="10188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CDC2B9-D313-5922-A450-F0305A35E184}"/>
              </a:ext>
            </a:extLst>
          </p:cNvPr>
          <p:cNvSpPr txBox="1"/>
          <p:nvPr/>
        </p:nvSpPr>
        <p:spPr>
          <a:xfrm>
            <a:off x="5479414" y="5442951"/>
            <a:ext cx="5055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S1 - Local, trilha da APP.</a:t>
            </a:r>
          </a:p>
          <a:p>
            <a:r>
              <a:rPr lang="pt-BR" b="1" dirty="0"/>
              <a:t>Coleta de dados por aproximadamente 1 hora. </a:t>
            </a:r>
          </a:p>
        </p:txBody>
      </p:sp>
    </p:spTree>
    <p:extLst>
      <p:ext uri="{BB962C8B-B14F-4D97-AF65-F5344CB8AC3E}">
        <p14:creationId xmlns:p14="http://schemas.microsoft.com/office/powerpoint/2010/main" val="416388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ao ar livre, grama, árvore, madeira&#10;&#10;O conteúdo gerado por IA pode estar incorreto.">
            <a:extLst>
              <a:ext uri="{FF2B5EF4-FFF2-40B4-BE49-F238E27FC236}">
                <a16:creationId xmlns:a16="http://schemas.microsoft.com/office/drawing/2014/main" id="{DFCC125F-08E4-AD26-433D-1BEB4BD4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pic>
        <p:nvPicPr>
          <p:cNvPr id="7" name="Imagem 6" descr="Planta e árvore na floresta&#10;&#10;O conteúdo gerado por IA pode estar incorreto.">
            <a:extLst>
              <a:ext uri="{FF2B5EF4-FFF2-40B4-BE49-F238E27FC236}">
                <a16:creationId xmlns:a16="http://schemas.microsoft.com/office/drawing/2014/main" id="{8D40D3E0-BFB7-802C-EE19-716090768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46" y="-1"/>
            <a:ext cx="8337754" cy="4689987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595ADC2-4E64-1F9E-921A-B80679F10C3F}"/>
              </a:ext>
            </a:extLst>
          </p:cNvPr>
          <p:cNvSpPr/>
          <p:nvPr/>
        </p:nvSpPr>
        <p:spPr>
          <a:xfrm>
            <a:off x="1199535" y="884903"/>
            <a:ext cx="2251588" cy="54077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591AAA2-DF25-F91C-CC66-1116F5D18548}"/>
              </a:ext>
            </a:extLst>
          </p:cNvPr>
          <p:cNvSpPr/>
          <p:nvPr/>
        </p:nvSpPr>
        <p:spPr>
          <a:xfrm>
            <a:off x="9311148" y="816077"/>
            <a:ext cx="1484671" cy="23597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93DCD72-C541-BB32-3224-2C06EB4A45C5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>
            <a:off x="3451123" y="1995948"/>
            <a:ext cx="5860025" cy="15928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E7D840-C850-0805-3FEE-337321905C86}"/>
              </a:ext>
            </a:extLst>
          </p:cNvPr>
          <p:cNvSpPr txBox="1"/>
          <p:nvPr/>
        </p:nvSpPr>
        <p:spPr>
          <a:xfrm>
            <a:off x="5302966" y="5355102"/>
            <a:ext cx="553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S2 - Coleta de dados na trilha da divisa do loteamento.</a:t>
            </a:r>
          </a:p>
          <a:p>
            <a:r>
              <a:rPr lang="pt-BR" dirty="0"/>
              <a:t>Dados coletados por 1 hora. </a:t>
            </a:r>
          </a:p>
        </p:txBody>
      </p:sp>
    </p:spTree>
    <p:extLst>
      <p:ext uri="{BB962C8B-B14F-4D97-AF65-F5344CB8AC3E}">
        <p14:creationId xmlns:p14="http://schemas.microsoft.com/office/powerpoint/2010/main" val="298146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Árvore com folhas verdes&#10;&#10;O conteúdo gerado por IA pode estar incorreto.">
            <a:extLst>
              <a:ext uri="{FF2B5EF4-FFF2-40B4-BE49-F238E27FC236}">
                <a16:creationId xmlns:a16="http://schemas.microsoft.com/office/drawing/2014/main" id="{19695985-FDBA-205B-E65E-8730D27C4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979" y="-9833"/>
            <a:ext cx="7254021" cy="4080387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940D362-1A78-3C1A-036A-CB831F4F44F9}"/>
              </a:ext>
            </a:extLst>
          </p:cNvPr>
          <p:cNvSpPr/>
          <p:nvPr/>
        </p:nvSpPr>
        <p:spPr>
          <a:xfrm>
            <a:off x="10250399" y="873774"/>
            <a:ext cx="944545" cy="11857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Árvore com galhos secos&#10;&#10;O conteúdo gerado por IA pode estar incorreto.">
            <a:extLst>
              <a:ext uri="{FF2B5EF4-FFF2-40B4-BE49-F238E27FC236}">
                <a16:creationId xmlns:a16="http://schemas.microsoft.com/office/drawing/2014/main" id="{86A733C3-E958-CA01-38AB-2414E1A75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1"/>
          <a:stretch>
            <a:fillRect/>
          </a:stretch>
        </p:blipFill>
        <p:spPr>
          <a:xfrm>
            <a:off x="0" y="-1"/>
            <a:ext cx="5180068" cy="4080387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59C37A3-CC12-F8C6-A701-5D2E9D397EE4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218039" y="1466627"/>
            <a:ext cx="6032360" cy="6026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843207-BAB4-3425-92AC-1D1223358886}"/>
              </a:ext>
            </a:extLst>
          </p:cNvPr>
          <p:cNvSpPr txBox="1"/>
          <p:nvPr/>
        </p:nvSpPr>
        <p:spPr>
          <a:xfrm>
            <a:off x="4093599" y="4910515"/>
            <a:ext cx="3284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S3 - Coleta de dados no Pomar.</a:t>
            </a:r>
          </a:p>
          <a:p>
            <a:r>
              <a:rPr lang="pt-BR" dirty="0"/>
              <a:t>Dados coletados por 1 hora. </a:t>
            </a:r>
          </a:p>
        </p:txBody>
      </p:sp>
    </p:spTree>
    <p:extLst>
      <p:ext uri="{BB962C8B-B14F-4D97-AF65-F5344CB8AC3E}">
        <p14:creationId xmlns:p14="http://schemas.microsoft.com/office/powerpoint/2010/main" val="134886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Árvore sem folhas&#10;&#10;O conteúdo gerado por IA pode estar incorreto.">
            <a:extLst>
              <a:ext uri="{FF2B5EF4-FFF2-40B4-BE49-F238E27FC236}">
                <a16:creationId xmlns:a16="http://schemas.microsoft.com/office/drawing/2014/main" id="{CE8BB1EC-1B4C-0825-786C-1904D2801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1" r="27984"/>
          <a:stretch>
            <a:fillRect/>
          </a:stretch>
        </p:blipFill>
        <p:spPr>
          <a:xfrm>
            <a:off x="0" y="0"/>
            <a:ext cx="5260258" cy="6858000"/>
          </a:xfrm>
          <a:prstGeom prst="rect">
            <a:avLst/>
          </a:prstGeom>
        </p:spPr>
      </p:pic>
      <p:pic>
        <p:nvPicPr>
          <p:cNvPr id="3" name="Imagem 2" descr="Caminho entre árvores&#10;&#10;O conteúdo gerado por IA pode estar incorreto.">
            <a:extLst>
              <a:ext uri="{FF2B5EF4-FFF2-40B4-BE49-F238E27FC236}">
                <a16:creationId xmlns:a16="http://schemas.microsoft.com/office/drawing/2014/main" id="{C8AA5822-6624-074F-1E40-022579B99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754" y="0"/>
            <a:ext cx="8426245" cy="4739763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24964EAE-E4A5-DFC8-A7AA-2D45ABEAC2FC}"/>
              </a:ext>
            </a:extLst>
          </p:cNvPr>
          <p:cNvSpPr/>
          <p:nvPr/>
        </p:nvSpPr>
        <p:spPr>
          <a:xfrm>
            <a:off x="7354529" y="1563329"/>
            <a:ext cx="1307690" cy="1189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7D2EB89-78B3-AA6F-9376-B155E4371254}"/>
              </a:ext>
            </a:extLst>
          </p:cNvPr>
          <p:cNvCxnSpPr>
            <a:stCxn id="6" idx="2"/>
          </p:cNvCxnSpPr>
          <p:nvPr/>
        </p:nvCxnSpPr>
        <p:spPr>
          <a:xfrm flipH="1" flipV="1">
            <a:off x="2890684" y="1818968"/>
            <a:ext cx="4463845" cy="339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FD5A394-E447-D0E2-BDEE-45AECB7E14E3}"/>
              </a:ext>
            </a:extLst>
          </p:cNvPr>
          <p:cNvSpPr txBox="1"/>
          <p:nvPr/>
        </p:nvSpPr>
        <p:spPr>
          <a:xfrm>
            <a:off x="6649986" y="5294671"/>
            <a:ext cx="3762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S4 - Coleta de dados na rua Central.</a:t>
            </a:r>
          </a:p>
          <a:p>
            <a:r>
              <a:rPr lang="pt-BR" dirty="0"/>
              <a:t>Dados coletados por 1 hora. </a:t>
            </a:r>
          </a:p>
        </p:txBody>
      </p:sp>
    </p:spTree>
    <p:extLst>
      <p:ext uri="{BB962C8B-B14F-4D97-AF65-F5344CB8AC3E}">
        <p14:creationId xmlns:p14="http://schemas.microsoft.com/office/powerpoint/2010/main" val="377686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D21D374-7B30-9CC0-47A6-3EB5E2D0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29"/>
          <a:stretch>
            <a:fillRect/>
          </a:stretch>
        </p:blipFill>
        <p:spPr>
          <a:xfrm>
            <a:off x="0" y="0"/>
            <a:ext cx="8488848" cy="4876800"/>
          </a:xfrm>
          <a:prstGeom prst="rect">
            <a:avLst/>
          </a:prstGeom>
        </p:spPr>
      </p:pic>
      <p:pic>
        <p:nvPicPr>
          <p:cNvPr id="5" name="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5B7046EC-89A6-4E63-1F05-A390E2985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2" y="0"/>
            <a:ext cx="3857625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0844E76-8FF1-E8EE-C8E5-4065B580F969}"/>
              </a:ext>
            </a:extLst>
          </p:cNvPr>
          <p:cNvSpPr txBox="1"/>
          <p:nvPr/>
        </p:nvSpPr>
        <p:spPr>
          <a:xfrm>
            <a:off x="206478" y="5034116"/>
            <a:ext cx="7895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S5 – Dados coletados a noite e acompanhado os dados coletados na casa simultaneamente via telefone móvel Androide. </a:t>
            </a:r>
          </a:p>
          <a:p>
            <a:r>
              <a:rPr lang="pt-BR" dirty="0"/>
              <a:t>O led amarelo aceso indica uma coleta de dados gravado no arquivo txt do sd card. </a:t>
            </a:r>
          </a:p>
        </p:txBody>
      </p:sp>
    </p:spTree>
    <p:extLst>
      <p:ext uri="{BB962C8B-B14F-4D97-AF65-F5344CB8AC3E}">
        <p14:creationId xmlns:p14="http://schemas.microsoft.com/office/powerpoint/2010/main" val="4074590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99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 Rodrigues da Silva</dc:creator>
  <cp:lastModifiedBy>Levi Rodrigues da Silva</cp:lastModifiedBy>
  <cp:revision>9</cp:revision>
  <dcterms:created xsi:type="dcterms:W3CDTF">2025-10-01T16:22:57Z</dcterms:created>
  <dcterms:modified xsi:type="dcterms:W3CDTF">2025-10-01T16:45:55Z</dcterms:modified>
</cp:coreProperties>
</file>