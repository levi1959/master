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866C4FC7-15FD-4F0E-A882-7089EAB0AF4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6E5B6-B780-1675-2872-9DDEEBB07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1D6084-F13C-D4E2-CE32-D1AAF2AE5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802D2-689B-EE09-6412-8919EEAF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D8DF3-E903-94F0-2B71-A00E6E60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04AEF-C83B-04E3-753E-53F2DBA7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56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1AD3E-F037-E579-E011-04E69C31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17795B-75BA-665F-CD30-9C4C563A9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142033-C262-7D9E-29EF-6318F2B2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CA13DC-8DEE-AB90-62D8-447E6A1B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F92F9-774F-16E7-0EED-84779BF4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9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16F1D-D4FA-CD98-18ED-AD0ADA7A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0CCB59-6154-E402-609F-370BCCE8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F9EA3-4E71-D1CB-B37F-7E91928D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A63D8C-E6F8-AAD0-3F11-20C54F4B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39097-10F8-588D-1BD3-F1A4B5D5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06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437F-1312-9D15-DA8E-F99D9603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82728-D28E-2583-DBD9-D260C8D8C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67CDEC-DFAE-5111-7927-18D31D243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F9CA11-EF0C-77B7-BB8A-BA25350E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1B7F97-64D2-B8F6-A538-3477A590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1E280D-9DB0-EAB2-FEBA-3A678339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35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5E096-4928-2FF8-4C31-A79552E3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8C24B4-6C69-B617-62C6-C819A637E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ABC0B-6E4F-1269-3084-26CC79BAF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C8ACB1-3169-6BEC-BEE0-B686A7880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FDF7B8-6FC9-54CE-96AF-23A4C0D83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423F07-A3CB-1BA8-7465-2DC046CB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D0997E-2DBE-ADF4-4B0A-8832B0FA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B995A2-B2C5-6865-C785-F5F1BFD9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36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A9F69-E3D9-1E31-E094-26FAA533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36D528-BFE0-14B8-07C3-8AB279BE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8250CB-6BE2-9413-4B69-521ED93F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FC47C7-39F3-3877-3BA0-F0D806D1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2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EC8C71-A53A-D6DD-6C21-566771A4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5B2483-618C-5C29-3265-496FCF8D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1BEC75-B77F-3567-3FB3-9995F6DF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54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844F-D1CE-168E-C4E6-C14694B9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5E9D5E-AB04-2560-A650-47803FFA1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0C2B0C-67C7-3D2E-B6FF-E33F91461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31C0F3-E479-BE8D-75B1-9F147463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02AE2-740C-7BF9-67B0-CAA308A2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F2052F-8BAD-6904-3780-28D732F7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51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296D1-0229-B2A5-4D7B-7C91DC10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BB922E-8564-57CF-8BB5-833CBF832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F892A5-ACAC-3A1E-FF59-18449FAD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485BB-1B58-2FD0-0AE5-26503335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D033B0-F35D-9886-7EAE-2A81D5C8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128183-B01F-0760-7772-D5D0EF8B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3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E1B48-FA11-F589-82D1-55BD84B7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2CC637-3580-B6FF-DA6E-69A2575BE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C2902D-72DD-8D9A-7270-78B1D259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46CE02-B40A-A328-5745-D97E52FE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328AB-5306-595A-840C-F3457BC7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78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17CE59-69B0-F54A-F8C7-081ACE00F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B08CFF-130E-3BE8-663A-8C8BF4F29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138562-936D-C58E-0D83-F4C1C7DE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A1255-D981-0AF6-D9B1-32F47D86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BC291D-9E3E-E305-8C20-9FEEA5D6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43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A3BB5C-59E6-5B54-1857-32119478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C36003-D7CC-252D-9A3F-9F81EC63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A49E5-CFD5-607E-F180-D16F48790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14001-5792-9BB2-6A39-040EAA5A1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5CA89E-2A3C-3412-F1E1-2E3DB702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92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Mapa&#10;&#10;O conteúdo gerado por IA pode estar incorreto.">
            <a:extLst>
              <a:ext uri="{FF2B5EF4-FFF2-40B4-BE49-F238E27FC236}">
                <a16:creationId xmlns:a16="http://schemas.microsoft.com/office/drawing/2014/main" id="{99346A51-A394-1D4B-8BBB-6D14259E0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1053596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CA167FF-3C49-C0DB-D186-7C6F0593F1DA}"/>
              </a:ext>
            </a:extLst>
          </p:cNvPr>
          <p:cNvSpPr txBox="1"/>
          <p:nvPr/>
        </p:nvSpPr>
        <p:spPr>
          <a:xfrm>
            <a:off x="4861765" y="2084439"/>
            <a:ext cx="663964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198 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D3B009-3FF3-B671-83F5-FBB3D6653A29}"/>
              </a:ext>
            </a:extLst>
          </p:cNvPr>
          <p:cNvSpPr txBox="1"/>
          <p:nvPr/>
        </p:nvSpPr>
        <p:spPr>
          <a:xfrm>
            <a:off x="3814630" y="2748116"/>
            <a:ext cx="663964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150 m</a:t>
            </a:r>
          </a:p>
        </p:txBody>
      </p:sp>
    </p:spTree>
    <p:extLst>
      <p:ext uri="{BB962C8B-B14F-4D97-AF65-F5344CB8AC3E}">
        <p14:creationId xmlns:p14="http://schemas.microsoft.com/office/powerpoint/2010/main" val="103778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ED15B20-4061-5E76-A767-64E0F767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78" y="522515"/>
            <a:ext cx="10829443" cy="553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 Rodrigues da Silva</dc:creator>
  <cp:lastModifiedBy>Levi Rodrigues da Silva</cp:lastModifiedBy>
  <cp:revision>11</cp:revision>
  <dcterms:created xsi:type="dcterms:W3CDTF">2025-10-01T16:22:57Z</dcterms:created>
  <dcterms:modified xsi:type="dcterms:W3CDTF">2025-10-02T01:21:49Z</dcterms:modified>
</cp:coreProperties>
</file>