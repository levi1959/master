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1DBAD-8C13-1E6C-7F84-05DD891A6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206E81-4644-B126-408B-0048E794C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098719-3762-9B54-0769-EF31B935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9D81F3-29FA-14D3-B3BD-84750044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7B0280-C6B9-D8FF-65C3-676483DB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1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E7DE5-BCB0-B808-DB90-739B74BD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C73157-BEA1-8B6E-F6E9-1A86A20E7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4FAFAC-7EFC-75F6-42EE-3865666C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14C631-AA30-D526-D3E2-F2BC1CB4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3DB567-7DC5-962C-CAE2-2255382C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1471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0E505-20E0-7A5B-2C24-7E694323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34B0DA-810C-E303-0FA8-A20C0B63F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E8C29F-D266-D277-F720-06D4F538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6D943A-0465-0755-C3EF-8441F48A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2B5DF6-A9C8-7BCD-D8EA-94A24775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570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336B6-9B37-72A9-5AB6-DD4559C9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7203EE-C714-A251-FCA2-BE041A0D1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369A3C-4390-E997-89FE-B163BBD81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BC83A1-74EA-91A8-1307-C0A9FB63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AE75CC-50A1-DA4F-4907-07D624F75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FA7B1E-4DC4-B85A-D3E3-58F2AEAD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87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34257-9BCF-30AE-20A7-0804EC460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DD8F56-00FA-B2E9-BF1D-B0EFA1AB6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838F13-3992-98C8-D40A-BDC4C28A1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B3F71C-B140-6BCF-1094-DEE7A9604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17B4669-0F59-F7A0-BB10-40A0C57C7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E9C086-0019-D1FA-7532-4C4BE29D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57EF765-6905-82F5-B588-3D513725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7009388-B212-5F5B-44EF-B2626DDC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5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D1E03-4EA6-A123-F2D6-096F5AB3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472EE-D47E-D931-3523-A857A052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9622D0-D8BE-D076-DDCB-80ED8E44D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B700D29-CD10-064D-E691-0573003D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437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522E7D-B053-A3DB-EA3D-0533423A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8AE48A5-9FCB-86C8-7515-9E2A8B07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06A6F6-2545-6CBB-2066-C212E346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94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DD068-3C48-C7E3-CD00-EB7BEFB75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2A4871-EE67-080E-A462-1B55B6143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48598D-2BF0-E493-CF91-400DE476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3B95D7-90D1-5FA7-7D96-C6395F44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406387-55A3-1008-CEE9-799C99E1E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A912A9-35E8-09B4-ED81-BD22C74F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95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33E3F-7782-3E2B-09CB-2A201431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A9BBC54-757A-A54D-7FDC-96200963F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8ACE97-91EF-BD7A-5E62-73A665B5A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E1EBF5-80B9-7D3B-9688-7E7491DFB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D1485A-B09A-509F-8E53-C99C4009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7DE6C9-8D3E-006E-3B6A-E9C0EBF3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33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3F636-4BCE-9BF6-A9D3-FBF0D5150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A9AC68-EFC1-54FB-E253-5CF34D24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5ECDB0-52D2-E4F7-2787-7215B976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6CE7D9-E760-FB0C-BACA-3F279165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5CDFA5-4B41-28E2-9392-D85F212E5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540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3E7111-D2AD-D459-4870-EB9D81269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CE111F-AD98-4767-58A5-F74F9C1AE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4C6204-8083-F05D-2E04-DDBCEDE4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089DBC-3DB8-D048-80A5-676C1123A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447BFC-7097-0814-F743-06E511B4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80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9B5A0C7-6082-A90D-ADD3-9518BF4F2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109D33-8A18-A99B-18EB-8382BFC30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E2F900-47C3-CEE0-FEC8-CFA423D44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695DA-BF67-4624-A15E-EE8B77ADE5C1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65A90-CF0F-A8EE-7DF2-6BB85D2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6F8372-49C5-C3AB-8CE0-02E3AE310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845EE-D670-44B6-94A5-C300A4072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86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2F5A7F7-9A87-2BE8-6717-2E74826203AA}"/>
              </a:ext>
            </a:extLst>
          </p:cNvPr>
          <p:cNvSpPr txBox="1"/>
          <p:nvPr/>
        </p:nvSpPr>
        <p:spPr>
          <a:xfrm>
            <a:off x="7009427" y="110315"/>
            <a:ext cx="511374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Coleta Urbana</a:t>
            </a:r>
            <a:r>
              <a:rPr lang="pt-BR" dirty="0"/>
              <a:t>: Garagem da casa e varanda</a:t>
            </a:r>
          </a:p>
          <a:p>
            <a:endParaRPr lang="pt-BR" dirty="0"/>
          </a:p>
          <a:p>
            <a:r>
              <a:rPr lang="pt-BR" b="1" dirty="0"/>
              <a:t>Coleta APP</a:t>
            </a:r>
            <a:r>
              <a:rPr lang="pt-BR" dirty="0"/>
              <a:t>:  S1 e S2</a:t>
            </a:r>
          </a:p>
          <a:p>
            <a:endParaRPr lang="pt-BR" dirty="0"/>
          </a:p>
          <a:p>
            <a:r>
              <a:rPr lang="pt-BR" dirty="0"/>
              <a:t>Distância de </a:t>
            </a:r>
            <a:r>
              <a:rPr lang="pt-BR" b="1" dirty="0"/>
              <a:t>130 m </a:t>
            </a:r>
            <a:r>
              <a:rPr lang="pt-BR" dirty="0"/>
              <a:t>e visada de </a:t>
            </a:r>
            <a:r>
              <a:rPr lang="pt-BR" b="1" dirty="0"/>
              <a:t>280° </a:t>
            </a:r>
            <a:r>
              <a:rPr lang="pt-BR" dirty="0"/>
              <a:t>(linha amarela) . </a:t>
            </a:r>
            <a:br>
              <a:rPr lang="pt-BR" dirty="0"/>
            </a:br>
            <a:br>
              <a:rPr lang="pt-BR" dirty="0"/>
            </a:br>
            <a:r>
              <a:rPr lang="pt-BR" dirty="0"/>
              <a:t>O sistema utiliza um roteador Wi-Fi principal conectado a uma </a:t>
            </a:r>
            <a:r>
              <a:rPr lang="pt-BR" b="1" dirty="0"/>
              <a:t>antena LiteBeam 5AC</a:t>
            </a:r>
            <a:r>
              <a:rPr lang="pt-BR" dirty="0"/>
              <a:t> que é o Ponto de Acesso que opera em modo ponto a ponto. Essa antena estabelece uma comunicação sem fio de alta velocidade a longa distância com outra </a:t>
            </a:r>
            <a:r>
              <a:rPr lang="pt-BR" b="1" dirty="0"/>
              <a:t>antena LiteBeam 5AC </a:t>
            </a:r>
            <a:r>
              <a:rPr lang="pt-BR" dirty="0"/>
              <a:t>chamada Estação Cliente ou Remota. A segunda antena, por sua vez, está conectada a um roteador Wi-Fi secundário, que distribui a rede sem fio para os sensores </a:t>
            </a:r>
            <a:r>
              <a:rPr lang="pt-BR" b="1" dirty="0"/>
              <a:t>Raspberry Pi</a:t>
            </a:r>
            <a:r>
              <a:rPr lang="pt-BR" dirty="0"/>
              <a:t> (identificados como S1 e S2).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Dificuldades</a:t>
            </a:r>
            <a:r>
              <a:rPr lang="pt-BR" dirty="0"/>
              <a:t>:  Muitos sobrados e obstáculos para aumentar os pontos de acesso e teria que ter uma torre muito alta para fixar as antenas, que trabalham com sinal focado e direcional., sensíveis a obstáculos.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97B3C1D-BB50-C143-5188-4AF00E388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9" y="13690"/>
            <a:ext cx="6986748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34E5256-7A01-C67A-45BB-54945093E0C2}"/>
              </a:ext>
            </a:extLst>
          </p:cNvPr>
          <p:cNvSpPr txBox="1"/>
          <p:nvPr/>
        </p:nvSpPr>
        <p:spPr>
          <a:xfrm>
            <a:off x="299884" y="5733054"/>
            <a:ext cx="110979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200" b="1" dirty="0"/>
              <a:t>Rio Sorocaba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94E280D-A80F-BD16-916C-A4C9F9583126}"/>
              </a:ext>
            </a:extLst>
          </p:cNvPr>
          <p:cNvSpPr txBox="1"/>
          <p:nvPr/>
        </p:nvSpPr>
        <p:spPr>
          <a:xfrm>
            <a:off x="299884" y="1283110"/>
            <a:ext cx="684675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200" b="1" dirty="0"/>
              <a:t>Bairros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7618380-B3C7-C006-EBEC-4E3CBACDA363}"/>
              </a:ext>
            </a:extLst>
          </p:cNvPr>
          <p:cNvSpPr txBox="1"/>
          <p:nvPr/>
        </p:nvSpPr>
        <p:spPr>
          <a:xfrm>
            <a:off x="5742039" y="0"/>
            <a:ext cx="1054135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200" b="1" dirty="0"/>
              <a:t>Ibiti Reserva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54C944-2A4B-D19E-98BD-86EF47D0E7B8}"/>
              </a:ext>
            </a:extLst>
          </p:cNvPr>
          <p:cNvSpPr txBox="1"/>
          <p:nvPr/>
        </p:nvSpPr>
        <p:spPr>
          <a:xfrm>
            <a:off x="3927987" y="3429000"/>
            <a:ext cx="1220270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200" b="1" dirty="0"/>
              <a:t>Ibiti Royal Park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3451683-1D74-2EC8-BB8D-E86824515E09}"/>
              </a:ext>
            </a:extLst>
          </p:cNvPr>
          <p:cNvSpPr txBox="1"/>
          <p:nvPr/>
        </p:nvSpPr>
        <p:spPr>
          <a:xfrm>
            <a:off x="4444181" y="5223387"/>
            <a:ext cx="1045479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200" b="1" dirty="0"/>
              <a:t>Ibiti do Paço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FC770C0-F8F7-2053-3252-DCA6765F4386}"/>
              </a:ext>
            </a:extLst>
          </p:cNvPr>
          <p:cNvSpPr txBox="1"/>
          <p:nvPr/>
        </p:nvSpPr>
        <p:spPr>
          <a:xfrm>
            <a:off x="2192256" y="5733054"/>
            <a:ext cx="842154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200" b="1" dirty="0"/>
              <a:t>Flora Ibiti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4564D76-730C-5A15-4754-B5DAEFBA198C}"/>
              </a:ext>
            </a:extLst>
          </p:cNvPr>
          <p:cNvCxnSpPr>
            <a:stCxn id="9" idx="0"/>
          </p:cNvCxnSpPr>
          <p:nvPr/>
        </p:nvCxnSpPr>
        <p:spPr>
          <a:xfrm flipV="1">
            <a:off x="854780" y="5500386"/>
            <a:ext cx="207104" cy="23266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713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167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 Rodrigues da Silva</dc:creator>
  <cp:lastModifiedBy>Levi Rodrigues da Silva</cp:lastModifiedBy>
  <cp:revision>6</cp:revision>
  <dcterms:created xsi:type="dcterms:W3CDTF">2025-09-16T14:21:52Z</dcterms:created>
  <dcterms:modified xsi:type="dcterms:W3CDTF">2025-09-18T23:49:39Z</dcterms:modified>
</cp:coreProperties>
</file>